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HoloCollab EduMeet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AR Collaborative Learning Platform</a:t>
            </a:r>
          </a:p>
          <a:p>
            <a:r>
              <a:t>Working Application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gateway to collaborative learning with AR and AI.</a:t>
            </a:r>
          </a:p>
        </p:txBody>
      </p:sp>
      <p:pic>
        <p:nvPicPr>
          <p:cNvPr id="4" name="Picture 3" descr="media_19352951-a278-42b2-8f3a-93f574c6a931_17745471283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access with email authentication and form validation.</a:t>
            </a:r>
          </a:p>
        </p:txBody>
      </p:sp>
      <p:pic>
        <p:nvPicPr>
          <p:cNvPr id="4" name="Picture 3" descr="media_19352951-a278-42b2-8f3a-93f574c6a931_1774547174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hub for managing meetings, sessions, and learning content.</a:t>
            </a:r>
          </a:p>
        </p:txBody>
      </p:sp>
      <p:pic>
        <p:nvPicPr>
          <p:cNvPr id="4" name="Picture 3" descr="media_19352951-a278-42b2-8f3a-93f574c6a931_1774547675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Pre-Join Lobby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Preview camera and mic settings before entering the collaborative space.</a:t>
            </a:r>
          </a:p>
        </p:txBody>
      </p:sp>
      <p:pic>
        <p:nvPicPr>
          <p:cNvPr id="4" name="Picture 3" descr="media_19352951-a278-42b2-8f3a-93f574c6a931_1774547749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3D model interaction, AI chat assistant, and AR collaboration.</a:t>
            </a:r>
          </a:p>
        </p:txBody>
      </p:sp>
      <p:pic>
        <p:nvPicPr>
          <p:cNvPr id="4" name="Picture 3" descr="media_19352951-a278-42b2-8f3a-93f574c6a931_1774547857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